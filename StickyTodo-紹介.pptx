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60000">
            <a:off x="8595360" y="1005840"/>
            <a:ext cx="2926080" cy="2926080"/>
          </a:xfrm>
          <a:prstGeom prst="roundRect">
            <a:avLst>
              <a:gd name="adj" fmla="val 3750"/>
            </a:avLst>
          </a:prstGeom>
          <a:solidFill>
            <a:srgbClr val="FEF0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360000">
            <a:off x="9052560" y="1828800"/>
            <a:ext cx="1828800" cy="0"/>
          </a:xfrm>
          <a:prstGeom prst="line">
            <a:avLst/>
          </a:prstGeom>
          <a:noFill/>
          <a:ln w="63500">
            <a:solidFill>
              <a:srgbClr val="1F2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360000">
            <a:off x="9052560" y="2286000"/>
            <a:ext cx="1463040" cy="0"/>
          </a:xfrm>
          <a:prstGeom prst="line">
            <a:avLst/>
          </a:prstGeom>
          <a:noFill/>
          <a:ln w="635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60000">
            <a:off x="9052560" y="2743200"/>
            <a:ext cx="1097280" cy="0"/>
          </a:xfrm>
          <a:prstGeom prst="line">
            <a:avLst/>
          </a:prstGeom>
          <a:noFill/>
          <a:ln w="63500">
            <a:solidFill>
              <a:srgbClr val="1F243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94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StickyTodo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EF08A"/>
                </a:solidFill>
              </a:rPr>
              <a:t>デスクトップに置ける、付箋型 ToDo アプリ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Windows / Mac 対応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4B2"/>
                </a:solidFill>
              </a:rPr>
              <a:t>完全無料・ローカル保存・オープンソース（β版）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これは何？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画面に付箋のように貼り付けて使う、軽量なタスク管理ツール。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569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付箋スタイル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リストごとに独立したウィンドウ。最前面固定もできて、作業しながら常に見える。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3172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5694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プライバシー重視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データは全部この PC の中だけ（SQLite）。外部送信なし。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331720"/>
            <a:ext cx="914400" cy="9144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5694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階層タスク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6676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見出し・インデント・チェックで、頭の中をそのまま構造化。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基本機能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まずはこれだけで、付箋メモとして十分使えます。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リストを作る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937760" y="20299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カテゴリで分類。新規作成・名前変更・並び替え。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200400"/>
            <a:ext cx="594360" cy="594360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3354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27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タスク＆チェック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312724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Enter で追加。チェックで完了。打ち消し線も。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594360" cy="594360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44522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245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見出し・インデント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937760" y="422452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Tab で最大6段。見出し・区切り線で構造化。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212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394960"/>
            <a:ext cx="594360" cy="594360"/>
          </a:xfrm>
          <a:prstGeom prst="ellipse">
            <a:avLst/>
          </a:prstGeom>
          <a:solidFill>
            <a:srgbClr val="FACC1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4" y="55494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21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複数行を一括追加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937760" y="53218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スプレッドシートやメモをコピペ → 1行=1タスク。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タスクを多角的に管理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1つのタスクに、必要な情報をまとめて持たせられます。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5118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</a:rPr>
              <a:t>ステータス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作業中・完了・リテイクなど、色付きで一目。自由に追加・編集。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86000"/>
            <a:ext cx="868680" cy="8686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977" y="25118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</a:rPr>
              <a:t>担当者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720840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グループ＋メンバーで「誰がやるか」。スプレッドシートから一括登録も。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57200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47978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572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</a:rPr>
              <a:t>期日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0584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期限が近いと警告色。デスクトップ通知でリマインド。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42519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572000"/>
            <a:ext cx="868680" cy="8686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977" y="47978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4572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430"/>
                </a:solidFill>
              </a:rPr>
              <a:t>優先度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720840" y="5486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高・中・低（A/B/C 表記も）。レイアウトが崩れない固定列。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StickyTodo ならではの機能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F08A"/>
                </a:solidFill>
              </a:rPr>
              <a:t>「あったらいいな」を地味に詰め込みました。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2A314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304288"/>
            <a:ext cx="777240" cy="777240"/>
          </a:xfrm>
          <a:prstGeom prst="ellipse">
            <a:avLst/>
          </a:prstGeom>
          <a:solidFill>
            <a:srgbClr val="FEF0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50637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横断検索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DDA"/>
                </a:solidFill>
              </a:rPr>
              <a:t>閉じているリストのタスクまで全部まとめて検索。結果から直接ジャンプ。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20116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2A314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47688" y="2304288"/>
            <a:ext cx="777240" cy="777240"/>
          </a:xfrm>
          <a:prstGeom prst="ellipse">
            <a:avLst/>
          </a:prstGeom>
          <a:solidFill>
            <a:srgbClr val="FEF0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70" y="250637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3042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コメント＋ホバー表示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20840" y="3108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DDA"/>
                </a:solidFill>
              </a:rPr>
              <a:t>タスクに補足メモ。💬アイコンをホバーで表示／クリックで固定。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2A314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453128"/>
            <a:ext cx="777240" cy="777240"/>
          </a:xfrm>
          <a:prstGeom prst="ellipse">
            <a:avLst/>
          </a:prstGeom>
          <a:solidFill>
            <a:srgbClr val="FEF0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70" y="465521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531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URL・フォルダを開く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0584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DDA"/>
                </a:solidFill>
              </a:rPr>
              <a:t>貼ったURLはブラウザ、Cドライブのパスはエクスプローラーで開ける。長いURLは短縮表示。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2A314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47688" y="4453128"/>
            <a:ext cx="777240" cy="777240"/>
          </a:xfrm>
          <a:prstGeom prst="ellipse">
            <a:avLst/>
          </a:prstGeom>
          <a:solidFill>
            <a:srgbClr val="FEF0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770" y="465521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4531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コピペ＆一括操作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72084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DDA"/>
                </a:solidFill>
              </a:rPr>
              <a:t>タスクをコピー＆貼り付け（窓またぎOK）。複数選択して一括で見出し化・優先度設定。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データは安全、そして自由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47088" y="2103120"/>
            <a:ext cx="1097280" cy="10972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381" y="23884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430"/>
                </a:solidFill>
              </a:rPr>
              <a:t>ローカル保存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4114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すべて自分のPC内（SQLite）。クラウド送信なし。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50408" y="2103120"/>
            <a:ext cx="1097280" cy="10972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701" y="238841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430"/>
                </a:solidFill>
              </a:rPr>
              <a:t>自動バックアップ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63440" y="4114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指定間隔で自動保存、最新3世代を保持。ワンクリック復元。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53728" y="210312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1" y="2388413"/>
            <a:ext cx="526694" cy="526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33832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430"/>
                </a:solidFill>
              </a:rPr>
              <a:t>インポート / エクスポート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366760" y="4114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</a:rPr>
              <a:t>リスト単位で JSON 保存＆読み込み。テキスト(.txt)書き出しも。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とにかく速く使える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</a:rPr>
              <a:t>キーボードだけで完結。マウス持ち替え不要。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280160" cy="12801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344522"/>
            <a:ext cx="614477" cy="614477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1965960"/>
          <a:ext cx="9144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303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Enter / Shift+Enter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タスク追加（下／上）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 / Shift+Tab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インデント / アウトデント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Ctrl+B / Ctrl+Alt+S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太字 / 打ち消し線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Ctrl+C / Ctrl+V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タスクをコピー / 貼り付け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↑ / ↓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選択を上下に移動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Ctrl+F / ?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検索 / ショートカット一覧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2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対応環境・価格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4884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638" y="24103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Windows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737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DF0"/>
          </a:solidFill>
          <a:ln w="12700">
            <a:solidFill>
              <a:srgbClr val="E6E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37960" y="2148840"/>
            <a:ext cx="1005840" cy="1005840"/>
          </a:xfrm>
          <a:prstGeom prst="ellipse">
            <a:avLst/>
          </a:prstGeom>
          <a:solidFill>
            <a:srgbClr val="1F24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478" y="2410358"/>
            <a:ext cx="482803" cy="482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macOS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640080" y="384048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EF0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0584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完全無料（β版）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00584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320"/>
                </a:solidFill>
              </a:rPr>
              <a:t>GitHub の Releases から誰でもダウンロード可能。インストール不要の単体EXEもあり。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StickyTodo β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05840" cy="1005840"/>
          </a:xfrm>
          <a:prstGeom prst="ellipse">
            <a:avLst/>
          </a:prstGeom>
          <a:solidFill>
            <a:srgbClr val="FEF08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5416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今すぐ試せます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EF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github.com/KarakuriKissa/sticky-todo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A3142"/>
          </a:solidFill>
          <a:ln w="12700">
            <a:solidFill>
              <a:srgbClr val="3A42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466344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50" y="487741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48840" y="46177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Coming soon: スマホ連携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148840" y="5029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A"/>
                </a:solidFill>
              </a:rPr>
              <a:t>リスト単位でスマホと共有・編集できるコンパニオンアプリを開発予定。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StickyTodo 紹介</dc:title>
  <dc:subject>PptxGenJS Presentation</dc:subject>
  <dc:creator>StickyTodo</dc:creator>
  <cp:lastModifiedBy>StickyTodo</cp:lastModifiedBy>
  <cp:revision>1</cp:revision>
  <dcterms:created xsi:type="dcterms:W3CDTF">2026-05-20T12:56:33Z</dcterms:created>
  <dcterms:modified xsi:type="dcterms:W3CDTF">2026-05-20T12:56:33Z</dcterms:modified>
</cp:coreProperties>
</file>